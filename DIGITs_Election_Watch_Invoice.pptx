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F37"/>
                </a:solidFill>
              </a:defRPr>
            </a:pPr>
            <a:r>
              <a:t>DIGITs NIGERIA ELECTION WATCH</a:t>
            </a:r>
          </a:p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</a:defRPr>
            </a:pPr>
            <a:r>
              <a:t>Expanded Commercial Project Invoice</a:t>
            </a:r>
          </a:p>
          <a:p>
            <a:pPr>
              <a:spcAft>
                <a:spcPts val="2000"/>
              </a:spcAft>
              <a:defRPr sz="1500">
                <a:solidFill>
                  <a:srgbClr val="94A3B8"/>
                </a:solidFill>
              </a:defRPr>
            </a:pPr>
            <a:r>
              <a:t>Full Scalable Web, Mobile (Android &amp; iOS), and 10M Concurrent User Backend Architecture</a:t>
            </a:r>
          </a:p>
          <a:p>
            <a:pPr>
              <a:defRPr sz="2200" b="1">
                <a:solidFill>
                  <a:srgbClr val="008751"/>
                </a:solidFill>
              </a:defRPr>
            </a:pPr>
            <a:r>
              <a:t>REVISED TOTAL VALUE: ₦58,000,000.00 (FIFTY-EIGHT MILLION NAIRA)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10362895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Invoice #: INV-2026-DIGEO-058M  |  Date: August 5, 2026  |  Issuer: WYN-Tech Systems Ltd. (SirHope of WYN-Tech)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Target Scope: 176,846 Polling Units  |  36 States &amp; FCT  |  10,000,000 Peak Active Citizen Viewers Load Rating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DIGITs NIGERIA ELECTION WATCH — COMMERCIAL PROJECT INVOICE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Expanded Scope &amp; High-Concurrency Architecture Specs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D4AF37"/>
                </a:solidFill>
              </a:defRPr>
            </a:pPr>
            <a:r>
              <a:t>Web &amp; Control Center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React 19, Vite, TanStack Router</a:t>
            </a:r>
            <a:br/>
            <a:r>
              <a:t>• OKLCH Brand Design System</a:t>
            </a:r>
            <a:br/>
            <a:r>
              <a:t>• 1-to-6 Split Screen WebRTC Grid</a:t>
            </a:r>
            <a:br/>
            <a:r>
              <a:t>• 11-Screen Command Center</a:t>
            </a:r>
            <a:br/>
            <a:r>
              <a:t>• Immutable Audit Trail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D4AF37"/>
                </a:solidFill>
              </a:defRPr>
            </a:pPr>
            <a:r>
              <a:t>Cross-Platform Mobile Apps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Native iOS &amp; Android Builds</a:t>
            </a:r>
            <a:br/>
            <a:r>
              <a:t>• Forced GPS Location Gate</a:t>
            </a:r>
            <a:br/>
            <a:r>
              <a:t>• 2-Min Live Camera Recorder</a:t>
            </a:r>
            <a:br/>
            <a:r>
              <a:t>• Gallery Upload Blocking</a:t>
            </a:r>
            <a:br/>
            <a:r>
              <a:t>• Cryptographic NIN Identity Hash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D4AF37"/>
                </a:solidFill>
              </a:defRPr>
            </a:pPr>
            <a:r>
              <a:t>10M User Backend &amp; Load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Supabase Auto-Scaling Cluster</a:t>
            </a:r>
            <a:br/>
            <a:r>
              <a:t>• LiveKit WebRTC Intake Server</a:t>
            </a:r>
            <a:br/>
            <a:r>
              <a:t>• Redis Caching &amp; DB Sharding</a:t>
            </a:r>
            <a:br/>
            <a:r>
              <a:t>• k6 / Locust 10M Load Tested</a:t>
            </a:r>
            <a:br/>
            <a:r>
              <a:t>• Multi-Region DDoS Shield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DIGITs NIGERIA ELECTION WATCH — COMMERCIAL PROJECT INVOICE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Itemized Financial Breakdown &amp; Deliverables (₦58M Total)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120640"/>
                <a:gridCol w="2286000"/>
              </a:tblGrid>
              <a:tr h="716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4AF37"/>
                          </a:solidFill>
                        </a:defRPr>
                      </a:pPr>
                      <a:r>
                        <a:t>Module / Deliverable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4AF37"/>
                          </a:solidFill>
                        </a:defRPr>
                      </a:pPr>
                      <a:r>
                        <a:t>Expanded Technical Specifications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4AF37"/>
                          </a:solidFill>
                        </a:defRPr>
                      </a:pPr>
                      <a:r>
                        <a:t>Amount (NGN)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1. Web Application &amp; Control Center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React 19, Vite, TanStack Router, OKLCH design system, 6-split WebRTC Live Video Grid, i-Witness evidence queue, 11-screen Command Center dashboard.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₦ 12,500,000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2. Cross-Platform Mobile Apps (Android &amp; iOS)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Native iOS &amp; Android apps. On-the-spot 2-min camera capture, forced GPS check, NIN hash verification, gallery upload blocking, offline sync.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₦ 15,000,000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3. 10M Concurrent User High-Availability Backend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Supabase Enterprise Cluster, LiveKit WebRTC Intake Engine, PostgreSQL auto-sharding, Read Replicas, Redis Caching, Edge Functions for 10M active users.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₦ 17,500,000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4. DIGEO Accreditation Academy &amp; Verification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6 self-paced interactive modules, 24 EC8A &amp; Electoral Law assessment items, automated QR certificate generation, RLS role-based access control.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₦ 5,500,000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5. Stress Testing, QA, Security Audit &amp; SLA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k6/Locust load testing simulating 10,000,000 active viewers, failover redundancy, multi-region DDoS mitigation, Penetration Audit &amp; 12M SLA.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₦ 7,500,000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943600"/>
            <a:ext cx="1069848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8751"/>
                </a:solidFill>
              </a:defRPr>
            </a:pPr>
            <a:r>
              <a:t>TOTAL REVISED VALUE: ₦ 58,000,000.00 (FIFTY-EIGHT MILLION NAIRA)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DIGITs NIGERIA ELECTION WATCH — COMMERCIAL PROJECT INVOICE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Payment Schedule, Milestone Breakdown &amp; Support SLA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D4AF37"/>
                </a:solidFill>
              </a:defRPr>
            </a:pPr>
            <a:r>
              <a:t>REVISED PAYMENT MILESTONES (TOTAL: ₦58M)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40% Mobilization Deposit (₦ 23,200,000.00) — Architecture Setup, Web &amp; Mobile Core Build, 10M Cluster Setup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40% Beta Delivery &amp; Load Test Signoff (₦ 23,200,000.00) — 10M Load Test Pass, Store Submission &amp; Audit Signoff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20% Production Handover (₦ 11,600,000.00) — Election Day Live Control Center Standby &amp; Final Acceptance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D4AF37"/>
                </a:solidFill>
              </a:defRPr>
            </a:pPr>
            <a:r>
              <a:t>BANKING &amp; ENGINEERING SLA DETAILS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Corporate Name: WYN-Tech Systems Ltd.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Lead Architect: SirHope of WYN-Tech (wyntech.ng@gmail.com)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Bank: Zenith Bank Plc / Access Bank Nigeria | Account #: 1012345678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Support SLA: 12 months full technical support, 15-minute emergency response, 99.99% uptime guarantee.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